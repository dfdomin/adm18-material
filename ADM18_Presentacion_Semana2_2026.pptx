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para Encontrar: Sistemas de Gestión Documental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virtual asincrónica – 25 al 30 de mayo de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– BoxLatam S.A.S. | IUB 2026-1 | Diego Domínguez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clasificar? El costo del desorden documental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AGN060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5303520"/>
          </a:xfrm>
          <a:prstGeom prst="rect">
            <a:avLst>
              <a:gd name="adj" fmla="val 2069"/>
            </a:avLst>
          </a:prstGeom>
          <a:solidFill>
            <a:srgbClr val="DEEA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clasificación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encontrar el reclamo del cliente #47.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probar si se respondió a tiempo.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legal: documentos no radicados = sin valor probatorio.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(AGN Acuerdo 060: el registro de comunicaciones es obligatorio)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143000"/>
            <a:ext cx="5943600" cy="5303520"/>
          </a:xfrm>
          <a:prstGeom prst="rect">
            <a:avLst>
              <a:gd name="adj" fmla="val 2069"/>
            </a:avLst>
          </a:prstGeom>
          <a:solidFill>
            <a:srgbClr val="E2EFD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344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clasificación (ISO 15489)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5577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rápida: función + fecha + número único.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 del caso de un cliente.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legal.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BoxLatam maneja 800+ documentos/día: sin sistema = colapso en semana 3.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2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clasificación de BoxLatam (basado en AGN + ISO 15489)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ISO15489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40312" cy="53035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6611112"/>
              </a:tblGrid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típicos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Comunicaciones con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Notificaciones, reclamos recibidos, respuestas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Comunicaciones con proveedores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Cartas a aerolíneas, facturas, contratos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logísticos internacionales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 22/23, AWB, packing 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internos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Memorandos, circulares, actas, informes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2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documental: el estándar GS1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640312" cy="5303520"/>
          </a:xfrm>
          <a:prstGeom prst="rect">
            <a:avLst>
              <a:gd name="adj" fmla="val 2586"/>
            </a:avLst>
          </a:prstGeom>
          <a:solidFill>
            <a:srgbClr val="DEEAF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28600" cy="5303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"Traceability: the ability to track the history, application or location of that which is under consideration through recorded data."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GS1 Global Traceability Standard, Release 2.0 (2017), §1.4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BoxLatam: el número de tracking es el equivalente al "radicado" del AGN. Todos los documentos de un mismo paquete deben vincularse a ese número. Eso es trazabilidad documental en práctica.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2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10 documentos que debes clasificar (actividad virtual)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40312" cy="5486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7525512"/>
              </a:tblGrid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Pista para clasificar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 de reclamo de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escribe? ¿A quién? ¿Qué pide?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CN 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lo emite? ¿Para qué organismo?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de nuevas tarifas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¿Uno o muchos destinatarios?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Memorando de falla de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¿Área a área? ¿Externo?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Acta de comité de crisis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registra? ¿Quiénes participan?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empaque (packing 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función logística cumple?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aérea (AWB)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lo emite? ¿Qué contrato prueba?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de reclamo a aerolínea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¿Formal? ¿Externa?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semanal de incidencias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 quién va? ¿Qué informa?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498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Comprobante de entrega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evidencia genera?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2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autoevaluación – antes de entregar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254910" cy="5303520"/>
          </a:xfrm>
          <a:prstGeom prst="rect">
            <a:avLst>
              <a:gd name="adj" fmla="val 6083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072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completados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07203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celda vacía en la tabla de Sheets.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0670" y="1143000"/>
            <a:ext cx="2254910" cy="5303520"/>
          </a:xfrm>
          <a:prstGeom prst="rect">
            <a:avLst>
              <a:gd name="adj" fmla="val 6083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2620670" y="128016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12110" y="2103120"/>
            <a:ext cx="2072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GTC 185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2110" y="2834640"/>
            <a:ext cx="207203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Usé los tipos de la norma, no inventé categorías.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67021" y="1143000"/>
            <a:ext cx="2254910" cy="5303520"/>
          </a:xfrm>
          <a:prstGeom prst="rect">
            <a:avLst>
              <a:gd name="adj" fmla="val 6083"/>
            </a:avLst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967021" y="128016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↔️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58461" y="2103120"/>
            <a:ext cx="2072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/ Externo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58461" y="2834640"/>
            <a:ext cx="207203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 coherente con el destinatario.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3371" y="1143000"/>
            <a:ext cx="2254910" cy="5303520"/>
          </a:xfrm>
          <a:prstGeom prst="rect">
            <a:avLst>
              <a:gd name="adj" fmla="val 6083"/>
            </a:avLst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3371" y="128016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04811" y="2103120"/>
            <a:ext cx="2072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válida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4811" y="2834640"/>
            <a:ext cx="207203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 la función, no solo el nombre del tipo.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59722" y="1143000"/>
            <a:ext cx="2254910" cy="5303520"/>
          </a:xfrm>
          <a:prstGeom prst="rect">
            <a:avLst>
              <a:gd name="adj" fmla="val 6083"/>
            </a:avLst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9659722" y="128016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751162" y="2103120"/>
            <a:ext cx="20720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Ortografía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51162" y="2834640"/>
            <a:ext cx="207203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Revisé la redacción de mis justificaciones.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2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2026-05-21T17:14:48Z</dcterms:created>
  <dcterms:modified xsi:type="dcterms:W3CDTF">2026-05-21T17:14:48Z</dcterms:modified>
</cp:coreProperties>
</file>