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Anatomía del Documento: Partes, Zonas y Lectura Crítica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presencial – 1 al 6 de junio de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– BoxLatam S.A.S. | IUB 2026-1 | Diego Domínguez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zonas de cualquier documento administrativo (GTC 185 §4)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GTC185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40312" cy="53035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6611112"/>
              </a:tblGrid>
              <a:tr h="883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Componentes GTC 185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 documento de BoxLatam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ENCABEZADO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Logo, código, fecha, datos del destinatario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BoxLatam, N° tracking, fecha, nombre/correo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de tema (máx. 25 palabras)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Asunto: Estado de su paquete #BX-2026-0847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CUERPO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 + desarrollo + conclusión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Llegada / instrucciones entrega / contacto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despedida contextual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Cordialmente / Atentamente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Nombre, cargo, extensión, correo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Coord. Servicio al Cliente, BoxLatam S.A.S.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3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atributos de un documento de calidad (ISO 15489-1:2016 §5.2)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818638" cy="5303520"/>
          </a:xfrm>
          <a:prstGeom prst="rect">
            <a:avLst>
              <a:gd name="adj" fmla="val 4866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281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6357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AUTÉNTICO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6357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probar quién lo emitió y que no fue alterado. BoxLatam: membrete + firma + fecha.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4398" y="1143000"/>
            <a:ext cx="2818638" cy="5303520"/>
          </a:xfrm>
          <a:prstGeom prst="rect">
            <a:avLst>
              <a:gd name="adj" fmla="val 4866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184398" y="1280160"/>
            <a:ext cx="281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75838" y="2103120"/>
            <a:ext cx="26357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75838" y="2834640"/>
            <a:ext cx="26357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exacto y completo. BoxLatam: ¿tiene tracking? ¿nombre del cliente? ¿descripción?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4476" y="1143000"/>
            <a:ext cx="2818638" cy="5303520"/>
          </a:xfrm>
          <a:prstGeom prst="rect">
            <a:avLst>
              <a:gd name="adj" fmla="val 4866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6094476" y="1280160"/>
            <a:ext cx="281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85916" y="2103120"/>
            <a:ext cx="26357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ÍNTEGRO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5916" y="2834640"/>
            <a:ext cx="26357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modificaciones no autorizadas. BoxLatam: sin tachaduras, sin páginas faltantes.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4554" y="1143000"/>
            <a:ext cx="2818638" cy="5303520"/>
          </a:xfrm>
          <a:prstGeom prst="rect">
            <a:avLst>
              <a:gd name="adj" fmla="val 4866"/>
            </a:avLst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9004554" y="1280160"/>
            <a:ext cx="281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95994" y="2103120"/>
            <a:ext cx="263575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95994" y="2834640"/>
            <a:ext cx="263575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Recuperable e interpretable por cualquier autorizado. BoxLatam: asunto claro, formato estándar.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3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305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radicado: la columna vertebral documental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5303520"/>
          </a:xfrm>
          <a:prstGeom prst="rect">
            <a:avLst>
              <a:gd name="adj" fmla="val 2069"/>
            </a:avLst>
          </a:prstGeom>
          <a:solidFill>
            <a:srgbClr val="0D335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 Acuerdo 060 (Art. 3°)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entidad debe llevar un "registro de comunicaciones oficiales" con: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 remitente/destinatario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Área responsable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 de radicado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 y hora de recibo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Tiempo de respuesta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143000"/>
            <a:ext cx="5943600" cy="5303520"/>
          </a:xfrm>
          <a:prstGeom prst="rect">
            <a:avLst>
              <a:gd name="adj" fmla="val 2069"/>
            </a:avLst>
          </a:prstGeom>
          <a:solidFill>
            <a:srgbClr val="0D335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BoxLatam: el tracking 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tracking (ej. BX-2026-0847) actúa como el radicado de cada paquete.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documentos asociados (CN 22, reclamo, notificación, entrega) deben incluir ese número en su asunto o referencia.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número: trazabilidad cero.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3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logísticos internacionales: AWB y CN 23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1247120" y="137160"/>
            <a:ext cx="777240" cy="548640"/>
          </a:xfrm>
          <a:prstGeom prst="rect">
            <a:avLst>
              <a:gd name="adj" fmla="val 16667"/>
            </a:avLst>
          </a:prstGeom>
          <a:solidFill>
            <a:srgbClr val="FFC000"/>
          </a:solidFill>
          <a:ln/>
        </p:spPr>
      </p:sp>
      <p:sp>
        <p:nvSpPr>
          <p:cNvPr id="5" name="Text 3"/>
          <p:cNvSpPr/>
          <p:nvPr/>
        </p:nvSpPr>
        <p:spPr>
          <a:xfrm>
            <a:off x="11247120" y="13716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40312" cy="530352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5239512"/>
              </a:tblGrid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AWB (Guía Aérea – IATA)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 23 (Declaración Aduanera – WCO/UPU)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Aerolínea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 postal / remitente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de transporte aéreo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Declaración aduanera en destino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principales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 AWB, aerolíneas, shipper, consignee, peso, 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Remitente, destinatario, contenido, valor, origen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legal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Chicago Convention (ICAO)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WCO-UPU Postal Customs Guide 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3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primarias de esta semana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640312" cy="5303520"/>
          </a:xfrm>
          <a:prstGeom prst="rect">
            <a:avLst>
              <a:gd name="adj" fmla="val 2586"/>
            </a:avLst>
          </a:prstGeom>
          <a:solidFill>
            <a:srgbClr val="DEEAF1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228600" cy="5303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record shall have the characteristics of being authentic, reliable, integral and usable. The record management system shall ensure that these characteristics are maintained."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ISO 15489-1:2016, §5.2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fuentes: GTC 185:2009 (ICONTEC) | AGN Acuerdo 060/2001 | WCO-UPU Postal Customs Guide 2024 | FIATA Model Rules 2022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ADM18 | Semana 3 | BoxLatam S.A.S. | IUB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2026-05-21T17:14:48Z</dcterms:created>
  <dcterms:modified xsi:type="dcterms:W3CDTF">2026-05-21T17:14:48Z</dcterms:modified>
</cp:coreProperties>
</file>