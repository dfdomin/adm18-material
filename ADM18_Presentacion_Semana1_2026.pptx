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como Sistema de Información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documentos genera BoxLatam y cómo los procesa tu cerebro?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– BoxLatam S.A.S. | IUB 2026-1 | Diego Domínguez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existen los documentos en una organización?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5303520"/>
          </a:xfrm>
          <a:prstGeom prst="rect">
            <a:avLst>
              <a:gd name="adj" fmla="val 2069"/>
            </a:avLst>
          </a:prstGeom>
          <a:solidFill>
            <a:srgbClr val="DEEA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documentos, no hay evidencia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no pueden probar lo que decidieron ni lo que hicieron si no existe un registro.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ISO 15489-1:2016 define el documento como "información creada, recibida y mantenida como evidencia de una transacción o función organizacional."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registro: sin contrato, sin decisión, sin historia.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143000"/>
            <a:ext cx="5943600" cy="5303520"/>
          </a:xfrm>
          <a:prstGeom prst="rect">
            <a:avLst>
              <a:gd name="adj" fmla="val 2069"/>
            </a:avLst>
          </a:prstGeom>
          <a:solidFill>
            <a:srgbClr val="E2EFD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344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documentos: memoria colectiva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5577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Consejo Internacional de Archivos (ICA) llama a los documentos "la memoria colectiva de las organizaciones y de las sociedades".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BoxLatam genera 800+ documentos por día. Sin clasificación, es caos. Con sistema, es ventaja competitiva.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1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documentos que genera CADA paquete en BoxLatam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879092" cy="5303520"/>
          </a:xfrm>
          <a:prstGeom prst="rect">
            <a:avLst>
              <a:gd name="adj" fmla="val 7299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80160"/>
            <a:ext cx="18790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6962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22 / CN 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6962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aduanera (WCO-UPU). Obligatoria para todo paquete internacional.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4852" y="1143000"/>
            <a:ext cx="1879092" cy="5303520"/>
          </a:xfrm>
          <a:prstGeom prst="rect">
            <a:avLst>
              <a:gd name="adj" fmla="val 7299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2244852" y="1280160"/>
            <a:ext cx="18790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✈️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36292" y="2103120"/>
            <a:ext cx="16962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AWB (Guía Aérea)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6292" y="2834640"/>
            <a:ext cx="16962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Emitida por la aerolínea. Prueba el contrato de transporte.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15384" y="1143000"/>
            <a:ext cx="1879092" cy="5303520"/>
          </a:xfrm>
          <a:prstGeom prst="rect">
            <a:avLst>
              <a:gd name="adj" fmla="val 7299"/>
            </a:avLst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4215384" y="1280160"/>
            <a:ext cx="18790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306824" y="2103120"/>
            <a:ext cx="16962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List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06824" y="2834640"/>
            <a:ext cx="16962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empaque del envío consolidado.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5916" y="1143000"/>
            <a:ext cx="1879092" cy="5303520"/>
          </a:xfrm>
          <a:prstGeom prst="rect">
            <a:avLst>
              <a:gd name="adj" fmla="val 7299"/>
            </a:avLst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6185916" y="1280160"/>
            <a:ext cx="18790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77356" y="2103120"/>
            <a:ext cx="16962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al cliente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7356" y="2834640"/>
            <a:ext cx="16962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interna-externa: llegó tu paquete.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6448" y="1143000"/>
            <a:ext cx="1879092" cy="5303520"/>
          </a:xfrm>
          <a:prstGeom prst="rect">
            <a:avLst>
              <a:gd name="adj" fmla="val 7299"/>
            </a:avLst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8156448" y="1280160"/>
            <a:ext cx="18790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247888" y="2103120"/>
            <a:ext cx="16962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de entrega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47888" y="2834640"/>
            <a:ext cx="16962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quién recibió el paquete, cuándo y firma.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26980" y="1143000"/>
            <a:ext cx="1879092" cy="5303520"/>
          </a:xfrm>
          <a:prstGeom prst="rect">
            <a:avLst>
              <a:gd name="adj" fmla="val 7299"/>
            </a:avLst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10126980" y="1280160"/>
            <a:ext cx="18790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🔖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0218420" y="2103120"/>
            <a:ext cx="16962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18420" y="2834640"/>
            <a:ext cx="169621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al número de radicado (AGN Acuerdo 060).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1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documentos según GTC 185:2009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GTC185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40312" cy="53035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5239512"/>
              </a:tblGrid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BoxLatam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 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 formal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 a aerolínea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 interna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→ Gerencia: falla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masiva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 o externa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Alza de tarifas 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reunión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Comité de crisis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de gestión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Interna/externa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Incidencias 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7576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de un hecho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confirmada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1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30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cerebro también procesa documentos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5303520"/>
          </a:xfrm>
          <a:prstGeom prst="rect">
            <a:avLst>
              <a:gd name="adj" fmla="val 2069"/>
            </a:avLst>
          </a:prstGeom>
          <a:solidFill>
            <a:srgbClr val="0D335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cognitivos (Miller, 1956)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trabajo: máx. 7 ± 2 elementos.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documento con 12 puntos sin estructura sobrecarga al lector y activa el descarte automático.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GTC 185 existe (en parte) por esto: estructura visual = alivio cognitivo.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143000"/>
            <a:ext cx="5943600" cy="5303520"/>
          </a:xfrm>
          <a:prstGeom prst="rect">
            <a:avLst>
              <a:gd name="adj" fmla="val 2069"/>
            </a:avLst>
          </a:prstGeom>
          <a:solidFill>
            <a:srgbClr val="0D335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344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1 y 2 (Kahneman, 2011)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5577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1: rápido, lee la estructura del documento en 2 segundos.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2: lento, procesa el contenido.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1 no puede navegar el documento, el Sistema 2 nunca lo va a analizar.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bien un documento es diseñar para el Sistema 1 primero.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1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primarias de esta semana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1640312" cy="5303520"/>
          </a:xfrm>
          <a:prstGeom prst="rect">
            <a:avLst>
              <a:gd name="adj" fmla="val 2586"/>
            </a:avLst>
          </a:prstGeom>
          <a:solidFill>
            <a:srgbClr val="DEEAF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28600" cy="5303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"Information created, received and maintained as evidence and as an asset by an organization or person, in pursuit of legal obligations or in the transaction of business."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ISO 15489-1:2016, §3.14 — Definición de documento de archivo (record)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fuentes: ICA Strategic Plan 2021–2024 | GTC 185:2009 (ICONTEC) | WCO-UPU Postal Customs Guide 2024 | Miller (1956) | Kahneman (2011)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1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2026-05-21T17:14:48Z</dcterms:created>
  <dcterms:modified xsi:type="dcterms:W3CDTF">2026-05-21T17:14:48Z</dcterms:modified>
</cp:coreProperties>
</file>